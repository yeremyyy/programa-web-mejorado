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Inter Bold" charset="1" panose="020B0802030000000004"/>
      <p:regular r:id="rId10"/>
    </p:embeddedFont>
    <p:embeddedFont>
      <p:font typeface="Inter Medium" charset="1" panose="02000503000000020004"/>
      <p:regular r:id="rId11"/>
    </p:embeddedFont>
    <p:embeddedFont>
      <p:font typeface="Inter" charset="1" panose="020B0502030000000004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9596967" cy="8229600"/>
            <a:chOff x="0" y="0"/>
            <a:chExt cx="252759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27596" cy="2167467"/>
            </a:xfrm>
            <a:custGeom>
              <a:avLst/>
              <a:gdLst/>
              <a:ahLst/>
              <a:cxnLst/>
              <a:rect r="r" b="b" t="t" l="l"/>
              <a:pathLst>
                <a:path h="2167467" w="2527596">
                  <a:moveTo>
                    <a:pt x="0" y="0"/>
                  </a:moveTo>
                  <a:lnTo>
                    <a:pt x="2527596" y="0"/>
                  </a:lnTo>
                  <a:lnTo>
                    <a:pt x="252759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2759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826356" y="1028700"/>
            <a:ext cx="6432944" cy="8229600"/>
            <a:chOff x="0" y="0"/>
            <a:chExt cx="635352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352" cy="812800"/>
            </a:xfrm>
            <a:custGeom>
              <a:avLst/>
              <a:gdLst/>
              <a:ahLst/>
              <a:cxnLst/>
              <a:rect r="r" b="b" t="t" l="l"/>
              <a:pathLst>
                <a:path h="812800" w="635352">
                  <a:moveTo>
                    <a:pt x="0" y="0"/>
                  </a:moveTo>
                  <a:lnTo>
                    <a:pt x="635352" y="0"/>
                  </a:lnTo>
                  <a:lnTo>
                    <a:pt x="635352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0" t="-9069" r="0" b="-9069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3086100" cy="764757"/>
            <a:chOff x="0" y="0"/>
            <a:chExt cx="812800" cy="20141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201417"/>
            </a:xfrm>
            <a:custGeom>
              <a:avLst/>
              <a:gdLst/>
              <a:ahLst/>
              <a:cxnLst/>
              <a:rect r="r" b="b" t="t" l="l"/>
              <a:pathLst>
                <a:path h="20141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01417"/>
                  </a:lnTo>
                  <a:lnTo>
                    <a:pt x="0" y="201417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812800" cy="2395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185748" y="8493543"/>
            <a:ext cx="5073552" cy="764757"/>
            <a:chOff x="0" y="0"/>
            <a:chExt cx="1336244" cy="20141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36244" cy="201417"/>
            </a:xfrm>
            <a:custGeom>
              <a:avLst/>
              <a:gdLst/>
              <a:ahLst/>
              <a:cxnLst/>
              <a:rect r="r" b="b" t="t" l="l"/>
              <a:pathLst>
                <a:path h="201417" w="1336244">
                  <a:moveTo>
                    <a:pt x="0" y="0"/>
                  </a:moveTo>
                  <a:lnTo>
                    <a:pt x="1336244" y="0"/>
                  </a:lnTo>
                  <a:lnTo>
                    <a:pt x="1336244" y="201417"/>
                  </a:lnTo>
                  <a:lnTo>
                    <a:pt x="0" y="201417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336244" cy="2395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82799" y="1996587"/>
            <a:ext cx="7767456" cy="3146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59"/>
              </a:lnSpc>
            </a:pPr>
            <a:r>
              <a:rPr lang="en-US" b="true" sz="11145">
                <a:solidFill>
                  <a:srgbClr val="222222"/>
                </a:solidFill>
                <a:latin typeface="Inter Bold"/>
                <a:ea typeface="Inter Bold"/>
                <a:cs typeface="Inter Bold"/>
                <a:sym typeface="Inter Bold"/>
              </a:rPr>
              <a:t>PRESENTACION WEB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10631" y="6181137"/>
            <a:ext cx="5736268" cy="596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1"/>
              </a:lnSpc>
            </a:pPr>
            <a:r>
              <a:rPr lang="en-US" b="true" sz="4401" spc="660">
                <a:solidFill>
                  <a:srgbClr val="222222"/>
                </a:solidFill>
                <a:latin typeface="Inter Medium"/>
                <a:ea typeface="Inter Medium"/>
                <a:cs typeface="Inter Medium"/>
                <a:sym typeface="Inter Medium"/>
              </a:rPr>
              <a:t>INTEGRANTES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10631" y="7299831"/>
            <a:ext cx="7111791" cy="147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Luis Liberona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Luis Castro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Jordan Araya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Fabiana Puebla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0"/>
            <a:ext cx="7545917" cy="4487645"/>
            <a:chOff x="0" y="0"/>
            <a:chExt cx="745276" cy="4432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5276" cy="443224"/>
            </a:xfrm>
            <a:custGeom>
              <a:avLst/>
              <a:gdLst/>
              <a:ahLst/>
              <a:cxnLst/>
              <a:rect r="r" b="b" t="t" l="l"/>
              <a:pathLst>
                <a:path h="443224" w="745276">
                  <a:moveTo>
                    <a:pt x="0" y="0"/>
                  </a:moveTo>
                  <a:lnTo>
                    <a:pt x="745276" y="0"/>
                  </a:lnTo>
                  <a:lnTo>
                    <a:pt x="745276" y="443224"/>
                  </a:lnTo>
                  <a:lnTo>
                    <a:pt x="0" y="443224"/>
                  </a:lnTo>
                  <a:close/>
                </a:path>
              </a:pathLst>
            </a:custGeom>
            <a:blipFill>
              <a:blip r:embed="rId2"/>
              <a:stretch>
                <a:fillRect l="-20276" t="0" r="-20276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263943"/>
            <a:ext cx="3086100" cy="764757"/>
            <a:chOff x="0" y="0"/>
            <a:chExt cx="812800" cy="2014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201417"/>
            </a:xfrm>
            <a:custGeom>
              <a:avLst/>
              <a:gdLst/>
              <a:ahLst/>
              <a:cxnLst/>
              <a:rect r="r" b="b" t="t" l="l"/>
              <a:pathLst>
                <a:path h="20141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01417"/>
                  </a:lnTo>
                  <a:lnTo>
                    <a:pt x="0" y="201417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12800" cy="2395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516809" y="8493543"/>
            <a:ext cx="2742491" cy="764757"/>
            <a:chOff x="0" y="0"/>
            <a:chExt cx="722302" cy="20141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22302" cy="201417"/>
            </a:xfrm>
            <a:custGeom>
              <a:avLst/>
              <a:gdLst/>
              <a:ahLst/>
              <a:cxnLst/>
              <a:rect r="r" b="b" t="t" l="l"/>
              <a:pathLst>
                <a:path h="201417" w="722302">
                  <a:moveTo>
                    <a:pt x="0" y="0"/>
                  </a:moveTo>
                  <a:lnTo>
                    <a:pt x="722302" y="0"/>
                  </a:lnTo>
                  <a:lnTo>
                    <a:pt x="722302" y="201417"/>
                  </a:lnTo>
                  <a:lnTo>
                    <a:pt x="0" y="201417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22302" cy="2395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5143500"/>
            <a:ext cx="7545917" cy="4487645"/>
            <a:chOff x="0" y="0"/>
            <a:chExt cx="745276" cy="44322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45276" cy="443224"/>
            </a:xfrm>
            <a:custGeom>
              <a:avLst/>
              <a:gdLst/>
              <a:ahLst/>
              <a:cxnLst/>
              <a:rect r="r" b="b" t="t" l="l"/>
              <a:pathLst>
                <a:path h="443224" w="745276">
                  <a:moveTo>
                    <a:pt x="0" y="0"/>
                  </a:moveTo>
                  <a:lnTo>
                    <a:pt x="745276" y="0"/>
                  </a:lnTo>
                  <a:lnTo>
                    <a:pt x="745276" y="443224"/>
                  </a:lnTo>
                  <a:lnTo>
                    <a:pt x="0" y="443224"/>
                  </a:lnTo>
                  <a:close/>
                </a:path>
              </a:pathLst>
            </a:custGeom>
            <a:blipFill>
              <a:blip r:embed="rId3"/>
              <a:stretch>
                <a:fillRect l="-1344" t="0" r="-1344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023849" y="197219"/>
            <a:ext cx="6720548" cy="2244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99"/>
              </a:lnSpc>
            </a:pPr>
            <a:r>
              <a:rPr lang="en-US" b="true" sz="7999">
                <a:solidFill>
                  <a:srgbClr val="222222"/>
                </a:solidFill>
                <a:latin typeface="Inter Bold"/>
                <a:ea typeface="Inter Bold"/>
                <a:cs typeface="Inter Bold"/>
                <a:sym typeface="Inter Bold"/>
              </a:rPr>
              <a:t>PAGINA DE PASTELERIA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59793" y="3237965"/>
            <a:ext cx="6762000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La pagina que se nos presento tiene un diseño muy atrayente visualmente, con diferentes colores de interfaz, cambios de colores cuando el puntero pasa por los diferentes objetos.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977982" y="8670499"/>
            <a:ext cx="182014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PAGINA 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659793" y="5105400"/>
            <a:ext cx="6762000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Sin embargo, esta pagina en términos de backend es bastante simple y incorrecta, la conexion a la base de datos es confusa y basicamente no funciona por que tiene muchos errores.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3086100" cy="764757"/>
            <a:chOff x="0" y="0"/>
            <a:chExt cx="812800" cy="2014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01417"/>
            </a:xfrm>
            <a:custGeom>
              <a:avLst/>
              <a:gdLst/>
              <a:ahLst/>
              <a:cxnLst/>
              <a:rect r="r" b="b" t="t" l="l"/>
              <a:pathLst>
                <a:path h="20141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01417"/>
                  </a:lnTo>
                  <a:lnTo>
                    <a:pt x="0" y="201417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2395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516809" y="1028700"/>
            <a:ext cx="2742491" cy="764757"/>
            <a:chOff x="0" y="0"/>
            <a:chExt cx="722302" cy="2014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22302" cy="201417"/>
            </a:xfrm>
            <a:custGeom>
              <a:avLst/>
              <a:gdLst/>
              <a:ahLst/>
              <a:cxnLst/>
              <a:rect r="r" b="b" t="t" l="l"/>
              <a:pathLst>
                <a:path h="201417" w="722302">
                  <a:moveTo>
                    <a:pt x="0" y="0"/>
                  </a:moveTo>
                  <a:lnTo>
                    <a:pt x="722302" y="0"/>
                  </a:lnTo>
                  <a:lnTo>
                    <a:pt x="722302" y="201417"/>
                  </a:lnTo>
                  <a:lnTo>
                    <a:pt x="0" y="201417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22302" cy="2395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9010281"/>
            <a:ext cx="1029807" cy="248019"/>
            <a:chOff x="0" y="0"/>
            <a:chExt cx="1373076" cy="330692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330692" cy="330692"/>
              <a:chOff x="0" y="0"/>
              <a:chExt cx="65322" cy="6532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5322" cy="65322"/>
              </a:xfrm>
              <a:custGeom>
                <a:avLst/>
                <a:gdLst/>
                <a:ahLst/>
                <a:cxnLst/>
                <a:rect r="r" b="b" t="t" l="l"/>
                <a:pathLst>
                  <a:path h="65322" w="65322">
                    <a:moveTo>
                      <a:pt x="0" y="0"/>
                    </a:moveTo>
                    <a:lnTo>
                      <a:pt x="65322" y="0"/>
                    </a:lnTo>
                    <a:lnTo>
                      <a:pt x="65322" y="65322"/>
                    </a:lnTo>
                    <a:lnTo>
                      <a:pt x="0" y="65322"/>
                    </a:ln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65322" cy="1034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521192" y="0"/>
              <a:ext cx="330692" cy="330692"/>
              <a:chOff x="0" y="0"/>
              <a:chExt cx="65322" cy="65322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5322" cy="65322"/>
              </a:xfrm>
              <a:custGeom>
                <a:avLst/>
                <a:gdLst/>
                <a:ahLst/>
                <a:cxnLst/>
                <a:rect r="r" b="b" t="t" l="l"/>
                <a:pathLst>
                  <a:path h="65322" w="65322">
                    <a:moveTo>
                      <a:pt x="0" y="0"/>
                    </a:moveTo>
                    <a:lnTo>
                      <a:pt x="65322" y="0"/>
                    </a:lnTo>
                    <a:lnTo>
                      <a:pt x="65322" y="65322"/>
                    </a:lnTo>
                    <a:lnTo>
                      <a:pt x="0" y="65322"/>
                    </a:ln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65322" cy="1034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042384" y="0"/>
              <a:ext cx="330692" cy="330692"/>
              <a:chOff x="0" y="0"/>
              <a:chExt cx="65322" cy="65322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5322" cy="65322"/>
              </a:xfrm>
              <a:custGeom>
                <a:avLst/>
                <a:gdLst/>
                <a:ahLst/>
                <a:cxnLst/>
                <a:rect r="r" b="b" t="t" l="l"/>
                <a:pathLst>
                  <a:path h="65322" w="65322">
                    <a:moveTo>
                      <a:pt x="0" y="0"/>
                    </a:moveTo>
                    <a:lnTo>
                      <a:pt x="65322" y="0"/>
                    </a:lnTo>
                    <a:lnTo>
                      <a:pt x="65322" y="65322"/>
                    </a:lnTo>
                    <a:lnTo>
                      <a:pt x="0" y="65322"/>
                    </a:ln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65322" cy="1034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9726475" y="1898421"/>
            <a:ext cx="7359879" cy="7359879"/>
          </a:xfrm>
          <a:custGeom>
            <a:avLst/>
            <a:gdLst/>
            <a:ahLst/>
            <a:cxnLst/>
            <a:rect r="r" b="b" t="t" l="l"/>
            <a:pathLst>
              <a:path h="7359879" w="7359879">
                <a:moveTo>
                  <a:pt x="0" y="0"/>
                </a:moveTo>
                <a:lnTo>
                  <a:pt x="7359880" y="0"/>
                </a:lnTo>
                <a:lnTo>
                  <a:pt x="7359880" y="7359879"/>
                </a:lnTo>
                <a:lnTo>
                  <a:pt x="0" y="73598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28700" y="2005303"/>
            <a:ext cx="7186665" cy="2244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b="true" sz="7999">
                <a:solidFill>
                  <a:srgbClr val="222222"/>
                </a:solidFill>
                <a:latin typeface="Inter Bold"/>
                <a:ea typeface="Inter Bold"/>
                <a:cs typeface="Inter Bold"/>
                <a:sym typeface="Inter Bold"/>
              </a:rPr>
              <a:t>CAMBIOS ECHOS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4499610"/>
            <a:ext cx="6654483" cy="156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Se agrega una carpeta llamada public.</a:t>
            </a:r>
          </a:p>
          <a:p>
            <a:pPr algn="l">
              <a:lnSpc>
                <a:spcPts val="2520"/>
              </a:lnSpc>
            </a:pP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Se pule el estilo visual de la pagina.</a:t>
            </a:r>
          </a:p>
          <a:p>
            <a:pPr algn="l">
              <a:lnSpc>
                <a:spcPts val="2520"/>
              </a:lnSpc>
            </a:pP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Se mejora la experiencia de usuario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977982" y="1205656"/>
            <a:ext cx="182014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PAGINA 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3086100" cy="764757"/>
            <a:chOff x="0" y="0"/>
            <a:chExt cx="812800" cy="2014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01417"/>
            </a:xfrm>
            <a:custGeom>
              <a:avLst/>
              <a:gdLst/>
              <a:ahLst/>
              <a:cxnLst/>
              <a:rect r="r" b="b" t="t" l="l"/>
              <a:pathLst>
                <a:path h="20141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01417"/>
                  </a:lnTo>
                  <a:lnTo>
                    <a:pt x="0" y="201417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2395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6545841"/>
            <a:ext cx="3809296" cy="2712459"/>
            <a:chOff x="0" y="0"/>
            <a:chExt cx="1003271" cy="7143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03271" cy="714393"/>
            </a:xfrm>
            <a:custGeom>
              <a:avLst/>
              <a:gdLst/>
              <a:ahLst/>
              <a:cxnLst/>
              <a:rect r="r" b="b" t="t" l="l"/>
              <a:pathLst>
                <a:path h="714393" w="1003271">
                  <a:moveTo>
                    <a:pt x="0" y="0"/>
                  </a:moveTo>
                  <a:lnTo>
                    <a:pt x="1003271" y="0"/>
                  </a:lnTo>
                  <a:lnTo>
                    <a:pt x="1003271" y="714393"/>
                  </a:lnTo>
                  <a:lnTo>
                    <a:pt x="0" y="714393"/>
                  </a:ln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03271" cy="752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169135" y="6545841"/>
            <a:ext cx="3809296" cy="2712459"/>
            <a:chOff x="0" y="0"/>
            <a:chExt cx="1003271" cy="71439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3271" cy="714393"/>
            </a:xfrm>
            <a:custGeom>
              <a:avLst/>
              <a:gdLst/>
              <a:ahLst/>
              <a:cxnLst/>
              <a:rect r="r" b="b" t="t" l="l"/>
              <a:pathLst>
                <a:path h="714393" w="1003271">
                  <a:moveTo>
                    <a:pt x="0" y="0"/>
                  </a:moveTo>
                  <a:lnTo>
                    <a:pt x="1003271" y="0"/>
                  </a:lnTo>
                  <a:lnTo>
                    <a:pt x="1003271" y="714393"/>
                  </a:lnTo>
                  <a:lnTo>
                    <a:pt x="0" y="714393"/>
                  </a:ln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03271" cy="752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516809" y="1028700"/>
            <a:ext cx="2742491" cy="764757"/>
            <a:chOff x="0" y="0"/>
            <a:chExt cx="722302" cy="20141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22302" cy="201417"/>
            </a:xfrm>
            <a:custGeom>
              <a:avLst/>
              <a:gdLst/>
              <a:ahLst/>
              <a:cxnLst/>
              <a:rect r="r" b="b" t="t" l="l"/>
              <a:pathLst>
                <a:path h="201417" w="722302">
                  <a:moveTo>
                    <a:pt x="0" y="0"/>
                  </a:moveTo>
                  <a:lnTo>
                    <a:pt x="722302" y="0"/>
                  </a:lnTo>
                  <a:lnTo>
                    <a:pt x="722302" y="201417"/>
                  </a:lnTo>
                  <a:lnTo>
                    <a:pt x="0" y="201417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22302" cy="2395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6545841"/>
            <a:ext cx="3807060" cy="2736232"/>
            <a:chOff x="0" y="0"/>
            <a:chExt cx="1041078" cy="7482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41079" cy="748250"/>
            </a:xfrm>
            <a:custGeom>
              <a:avLst/>
              <a:gdLst/>
              <a:ahLst/>
              <a:cxnLst/>
              <a:rect r="r" b="b" t="t" l="l"/>
              <a:pathLst>
                <a:path h="748250" w="1041079">
                  <a:moveTo>
                    <a:pt x="0" y="0"/>
                  </a:moveTo>
                  <a:lnTo>
                    <a:pt x="1041079" y="0"/>
                  </a:lnTo>
                  <a:lnTo>
                    <a:pt x="1041079" y="748250"/>
                  </a:lnTo>
                  <a:lnTo>
                    <a:pt x="0" y="748250"/>
                  </a:lnTo>
                  <a:close/>
                </a:path>
              </a:pathLst>
            </a:custGeom>
            <a:blipFill>
              <a:blip r:embed="rId2"/>
              <a:stretch>
                <a:fillRect l="-25854" t="0" r="-25854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171371" y="6545841"/>
            <a:ext cx="3807060" cy="2736232"/>
            <a:chOff x="0" y="0"/>
            <a:chExt cx="1041078" cy="7482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41079" cy="748250"/>
            </a:xfrm>
            <a:custGeom>
              <a:avLst/>
              <a:gdLst/>
              <a:ahLst/>
              <a:cxnLst/>
              <a:rect r="r" b="b" t="t" l="l"/>
              <a:pathLst>
                <a:path h="748250" w="1041079">
                  <a:moveTo>
                    <a:pt x="0" y="0"/>
                  </a:moveTo>
                  <a:lnTo>
                    <a:pt x="1041079" y="0"/>
                  </a:lnTo>
                  <a:lnTo>
                    <a:pt x="1041079" y="748250"/>
                  </a:lnTo>
                  <a:lnTo>
                    <a:pt x="0" y="748250"/>
                  </a:lnTo>
                  <a:close/>
                </a:path>
              </a:pathLst>
            </a:custGeom>
            <a:blipFill>
              <a:blip r:embed="rId3"/>
              <a:stretch>
                <a:fillRect l="0" t="-1606" r="0" b="-1606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028700" y="2457908"/>
            <a:ext cx="6749880" cy="1130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b="true" sz="7999">
                <a:solidFill>
                  <a:srgbClr val="222222"/>
                </a:solidFill>
                <a:latin typeface="Inter Bold"/>
                <a:ea typeface="Inter Bold"/>
                <a:cs typeface="Inter Bold"/>
                <a:sym typeface="Inter Bold"/>
              </a:rPr>
              <a:t>RESULTADO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4811223"/>
            <a:ext cx="6654483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Se logra conseguir una pagina web funcional, con un diseño elegante, e intuitivo, que informa al usuarioa ante cualquer eventualidad.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977982" y="1205656"/>
            <a:ext cx="182014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PAGE 05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9726475" y="1898421"/>
            <a:ext cx="7359879" cy="7359879"/>
          </a:xfrm>
          <a:custGeom>
            <a:avLst/>
            <a:gdLst/>
            <a:ahLst/>
            <a:cxnLst/>
            <a:rect r="r" b="b" t="t" l="l"/>
            <a:pathLst>
              <a:path h="7359879" w="7359879">
                <a:moveTo>
                  <a:pt x="0" y="0"/>
                </a:moveTo>
                <a:lnTo>
                  <a:pt x="7359880" y="0"/>
                </a:lnTo>
                <a:lnTo>
                  <a:pt x="7359880" y="7359879"/>
                </a:lnTo>
                <a:lnTo>
                  <a:pt x="0" y="73598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DAHOPXRd-Io</dc:identifier>
  <dcterms:modified xsi:type="dcterms:W3CDTF">2011-08-01T06:04:30Z</dcterms:modified>
  <cp:revision>1</cp:revision>
  <dc:title>Black and White Minimalist Company Profile Presentation</dc:title>
</cp:coreProperties>
</file>